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SMART_BIN | Category: WASTE_MANAGEMENT</a:t>
            </a:r>
          </a:p>
          <a:p>
            <a:r>
              <a:rPr sz="1400"/>
              <a:t>Upstream: https://github.com/nicedoc/smart-bin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SMART_BIN.</a:t>
            </a:r>
          </a:p>
          <a:p>
            <a:r>
              <a:rPr sz="1400"/>
              <a:t>IoT smart waste bin firmware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SMART_BIN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